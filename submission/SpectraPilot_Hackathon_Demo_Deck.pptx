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Vivian0108/AI_MS_molecule_identification_draft#run-the-demo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Vivian0108/AI_MS_molecule_identification_draft#run-the-demo" TargetMode="External"/><Relationship Id="rId4" Type="http://schemas.openxmlformats.org/officeDocument/2006/relationships/hyperlink" Target="http://127.0.0.1:8502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scientificintelligence.org/projects/20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Clickable demo instructions link">
            <a:hlinkClick r:id="rId3"/>
          </p:cNvPr>
          <p:cNvSpPr/>
          <p:nvPr/>
        </p:nvSpPr>
        <p:spPr>
          <a:xfrm>
            <a:off x="640080" y="5166360"/>
            <a:ext cx="1069848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Clickable demo instructions link">
            <a:hlinkClick r:id="rId3"/>
          </p:cNvPr>
          <p:cNvSpPr/>
          <p:nvPr/>
        </p:nvSpPr>
        <p:spPr>
          <a:xfrm>
            <a:off x="640080" y="2286000"/>
            <a:ext cx="1069848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unch local Streamlit app when running">
            <a:hlinkClick r:id="rId4"/>
          </p:cNvPr>
          <p:cNvSpPr/>
          <p:nvPr/>
        </p:nvSpPr>
        <p:spPr>
          <a:xfrm>
            <a:off x="3794760" y="3502152"/>
            <a:ext cx="3749039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Clickable project submission link">
            <a:hlinkClick r:id="rId3"/>
          </p:cNvPr>
          <p:cNvSpPr/>
          <p:nvPr/>
        </p:nvSpPr>
        <p:spPr>
          <a:xfrm>
            <a:off x="640080" y="5166360"/>
            <a:ext cx="10698480" cy="621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SpectraPilot — OSI Hackathon 2026 submission walkthrough</dc:title>
  <dc:subject>Measurement-aware scientific workflow for tandem mass spectrometry</dc:subject>
  <dc:creator/>
  <cp:keywords/>
  <dc:description>3:30 narrated storyboard. Demo portion reconstructs the documented app flow with authentic archived Sample 1 MS/MS measurements; not a literal browser screen recording.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